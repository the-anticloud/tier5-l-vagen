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$80,000,000 — L Vagen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Government | 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L Vagen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National government /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