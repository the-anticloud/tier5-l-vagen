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L_VAGEN</a:t>
            </a:r>
          </a:p>
          <a:p>
            <a:r>
              <a:t>Tier: TIER_5_WORLD_NEURO_EMBODIED</a:t>
            </a:r>
          </a:p>
          <a:p>
            <a:r>
              <a:t>Identity: Upstream volcengine/verl @ fbb4b3a8bf63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volcengine/verl |</a:t>
            </a:r>
          </a:p>
          <a:p>
            <a:r>
              <a:t>| Commit | fbb4b3a8bf636f290c9c59fc346f756849e9c241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11.6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L_VAGEN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